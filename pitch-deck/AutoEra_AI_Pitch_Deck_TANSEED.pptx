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8046720" cy="4526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474720" cy="347472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97316"/>
                </a:solidFill>
              </a:defRPr>
            </a:pPr>
            <a:r>
              <a:t>CONFIDENTIAL INVESTOR PRESENTATION  • 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1148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toera_logo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72768"/>
            <a:ext cx="384048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88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B923C"/>
                </a:solidFill>
                <a:latin typeface="Segoe UI"/>
              </a:defRPr>
            </a:pPr>
            <a:r>
              <a:t>AI-Native Dealership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Unifying Sales · Service · Parts · Finance · Insurance — with built-in AI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0698480" cy="7315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F1F5F9"/>
                </a:solidFill>
              </a:defRPr>
            </a:pPr>
            <a:r>
              <a:t>"AutoEra AI will become the global operating system for the automotive industry — the single platform that every dealership, OEM, fleet operator, insurer, finance company, and vehicle owner depends on as the system of record for their automotive world."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291840" cy="960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80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Year 1 Target: ₹10 Cr ARR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200 Dealers · 300 Workshops in South 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572000"/>
            <a:ext cx="3291840" cy="960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4480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Year 5 Goal: ₹720 Cr ARR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12,000 Dealers · ₹340 Cr EBITDA (47%)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572000"/>
            <a:ext cx="3291840" cy="960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4480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100% Functional MVP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40+ Models, Django 4.2+ + React 19 Deployed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94A3B8"/>
                </a:solidFill>
              </a:defRPr>
            </a:pPr>
            <a:r>
              <a:t>Founder &amp; CEO: Santhosh Jacob  |  AutoEra AI Solutions  |  Automotive Cloud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Problem: The Fragmented Automotive Dealership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Dealerships globally and in India lose 18-25% top-line revenue due to disconnected legacy software and paper silos.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5–7 Disconnected Software Silos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39112"/>
            <a:ext cx="4882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DMS, CRM, Excel, WhatsApp, Accounting &amp; OEM Portals don't sync.</a:t>
            </a:r>
            <a:br/>
            <a:r>
              <a:t>• Double manual data entry creates 35% operational waste.</a:t>
            </a:r>
            <a:br/>
            <a:r>
              <a:t>• Zero single-pane-of-glass visibility across showroom &amp; workshop.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246120"/>
            <a:ext cx="4882896" cy="320040"/>
          </a:xfrm>
          <a:prstGeom prst="roundRect">
            <a:avLst/>
          </a:prstGeom>
          <a:solidFill>
            <a:srgbClr val="191E2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Impact: 35-40% operational time wasted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1208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28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Parts Stockouts &amp; Dead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039112"/>
            <a:ext cx="4882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Dealerships lock ₹15L–₹50L monthly in spares, with 15–20% dead stock.</a:t>
            </a:r>
            <a:br/>
            <a:r>
              <a:t>• Unplanned stockouts delay vehicle delivery by 2–3 days.</a:t>
            </a:r>
            <a:br/>
            <a:r>
              <a:t>• No algorithmic reordering tied to scheduled bay appointments.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246120"/>
            <a:ext cx="4882896" cy="320040"/>
          </a:xfrm>
          <a:prstGeom prst="roundRect">
            <a:avLst/>
          </a:prstGeom>
          <a:solidFill>
            <a:srgbClr val="191E2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Impact: ₹4L - ₹8L locked dead inventory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521208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14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Workshop Bay Inefficiency &amp; Downtime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25112"/>
            <a:ext cx="4882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Paper job cards; bay assignment tracked by verbal shouting.</a:t>
            </a:r>
            <a:br/>
            <a:r>
              <a:t>• Technicians idle awaiting parts clearance or customer WhatsApp approvals.</a:t>
            </a:r>
            <a:br/>
            <a:r>
              <a:t>• Vehicle Turnaround Time (TAT) is 40% slower than optimal.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5532120"/>
            <a:ext cx="4882896" cy="320040"/>
          </a:xfrm>
          <a:prstGeom prst="roundRect">
            <a:avLst/>
          </a:prstGeom>
          <a:solidFill>
            <a:srgbClr val="191E2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Impact: 28% unbilled technician idle bay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21208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014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Customer Churn &amp; Zero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325112"/>
            <a:ext cx="4882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Post-warranty customer retention collapses below 25%.</a:t>
            </a:r>
            <a:br/>
            <a:r>
              <a:t>• No automated AI follow-ups for service intervals, insurance renewals, or PUC.</a:t>
            </a:r>
            <a:br/>
            <a:r>
              <a:t>• Zero lifetime customer nurturing resulting in massive customer leakage.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5532120"/>
            <a:ext cx="4882896" cy="320040"/>
          </a:xfrm>
          <a:prstGeom prst="roundRect">
            <a:avLst/>
          </a:prstGeom>
          <a:solidFill>
            <a:srgbClr val="191E2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Impact: &gt; 65% post-warranty customer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Solution &amp; Product: One Unified AI-Driven Automotive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12 AI-Native modules replacing 5–7 disconnected legacy tools with a high-throughput, automated operating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AI Predictive Service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Intelligent lead scoring, automated WhatsApp/SMS service reminders, warranty tracking, and dynamic churn prevention.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28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Multi-Bay Digital Job Cards (SOP-02)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03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0–90 second vehicle intake via number plate scan. Real-time technician bay auto-dispatch, labor tracking, mobile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00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728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B2B Spares &amp; Parts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103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Automated reorder triggers, OEM part compatibility matrix, supplier PO generation, and 1.5–2.5% take-rate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14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Automated GST &amp; Invoicing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89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Indian GST compliance, HSN/SAC automated tax calculation, split labor/parts billing, and UPI/Razorpay payment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86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14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7 Specialist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389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Built-in Copilot querying live ERP data with ActionProposal human-in-the-loop validation for critical inventory &amp; claims actions.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886200"/>
            <a:ext cx="3429000" cy="210312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014216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EV Intelligence &amp; Fleet Telematics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389120"/>
            <a:ext cx="309981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Indian climate EV battery health degradation diagnostics, OBD-II connected failure warning, and fleet maintenance.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0F1626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2C55E"/>
                </a:solidFill>
              </a:defRPr>
            </a:pPr>
            <a:r>
              <a:t>Production Ready: 40+ relational models, 44+ REST APIs, Django 4.2+ + React 19 deployed on cloud with pilot seed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Market Opportunity: Global Scale ($48.5B) + Indian Epicenter (₹1.08L 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Automotive aftermarket &amp; retail software is experiencing an unprecedented shift from on-prem legacy DMS to cloud AI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60320" cy="214884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GLOBAL TAM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$48.5 Billion</a:t>
            </a:r>
          </a:p>
          <a:p>
            <a:pPr>
              <a:defRPr sz="1100" b="1">
                <a:solidFill>
                  <a:srgbClr val="FB923C"/>
                </a:solidFill>
              </a:defRPr>
            </a:pPr>
            <a:r>
              <a:t>₹4,00,000+ Crore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1,200,000+ Franchised &amp; Multi-Brand Dealers, Repair Chains globally (CAGR 14.2%)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214884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</a:defRPr>
            </a:pPr>
            <a:r>
              <a:t>INDIA TAM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₹1,08,000 Crore</a:t>
            </a:r>
          </a:p>
          <a:p>
            <a:pPr>
              <a:defRPr sz="1100" b="1">
                <a:solidFill>
                  <a:srgbClr val="FB923C"/>
                </a:solidFill>
              </a:defRPr>
            </a:pPr>
            <a:r>
              <a:t>$13.0 Billion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3,00,000+ Dealerships, 2W/4W Workshops &amp; Commercial Garages across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560320" cy="214884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GLOBAL SAM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$9.2 Billion</a:t>
            </a:r>
          </a:p>
          <a:p>
            <a:pPr>
              <a:defRPr sz="1100" b="1">
                <a:solidFill>
                  <a:srgbClr val="FB923C"/>
                </a:solidFill>
              </a:defRPr>
            </a:pPr>
            <a:r>
              <a:t>₹76,000 Crore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Cloud SaaS &amp; AI adoption in emerging digital corridors: SE Asia, GCC/MENA &amp; LatAm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560320" cy="214884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</a:defRPr>
            </a:pPr>
            <a:r>
              <a:t>INDIA SAM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₹8,640 Crore</a:t>
            </a:r>
          </a:p>
          <a:p>
            <a:pPr>
              <a:defRPr sz="1100" b="1">
                <a:solidFill>
                  <a:srgbClr val="FB923C"/>
                </a:solidFill>
              </a:defRPr>
            </a:pPr>
            <a:r>
              <a:t>$1.04 Billion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24,000+ Tech-Ready Multi-Brand Dealers &amp; Organized Auto Franchises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698480" cy="2468880"/>
          </a:xfrm>
          <a:prstGeom prst="roundRect">
            <a:avLst/>
          </a:prstGeom>
          <a:solidFill>
            <a:srgbClr val="0F1626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5-YEAR SOM TARGET: ₹720 CRORE ARR ($87 MILLION) — MASTER PLAN 2026 GOAL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12,000 Dealerships + 25,000 Workshops + 2,000 Fleet Operators across India, Southeast Asia &amp; GCC corridors.</a:t>
            </a:r>
            <a:br/>
            <a:r>
              <a:t>• Tamil Nadu Beachhead: Leveraging Chennai as the 'Detroit of Asia' (producing 70% EV 2W and 40% EV 4W in India) to validate and prove the operational model with 50 local dealers.</a:t>
            </a:r>
            <a:br/>
            <a:r>
              <a:t>• High-Margin Diversification: ₹500 Cr from SaaS Subscriptions + ₹120 Cr B2B Spare Parts Marketplace Take-Rate + ₹80 Cr Enterprise OEM Contracts + ₹20 Cr AI Usage Fees.</a:t>
            </a:r>
            <a:br/>
            <a:r>
              <a:t>• Exceptional Unit Profitability: Yielding ₹340 Crores in Net Operating EBITDA (47% margin) by Year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Master Plan Business Model: Premium Tiers (₹50K / ₹100K / ₹250K)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Engineered for ₹720 Crore ARR by Year 5 with ₹340 Crore Operating EBITDA (47% margin).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292608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30998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Starter Workshop</a:t>
            </a:r>
          </a:p>
          <a:p>
            <a:pPr>
              <a:defRPr sz="1800" b="1">
                <a:solidFill>
                  <a:srgbClr val="FB923C"/>
                </a:solidFill>
              </a:defRPr>
            </a:pPr>
            <a:r>
              <a:t>₹50,000 / 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Multi-Bay Workshops (1–5 bays)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ServicePulse 90-sec Job Card</a:t>
            </a:r>
            <a:br/>
            <a:r>
              <a:t>• Number Plate Scanner</a:t>
            </a:r>
            <a:br/>
            <a:r>
              <a:t>• Basic Parts Inventory</a:t>
            </a:r>
            <a:br/>
            <a:r>
              <a:t>• Tamil/English WhatsApp Updates</a:t>
            </a:r>
            <a:br/>
            <a:r>
              <a:t>• Automated GST Invoicing</a:t>
            </a:r>
            <a:br/>
            <a:r>
              <a:t>• 5 User Accounts · 2,500 AI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29000" cy="292608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0998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Pro Dealership ★</a:t>
            </a:r>
          </a:p>
          <a:p>
            <a:pPr>
              <a:defRPr sz="1800" b="1">
                <a:solidFill>
                  <a:srgbClr val="FB923C"/>
                </a:solidFill>
              </a:defRPr>
            </a:pPr>
            <a:r>
              <a:t>₹1,00,000 / 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Authorized Dealerships (to 12 bays)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Full Sales CRM + Service Engine</a:t>
            </a:r>
            <a:br/>
            <a:r>
              <a:t>• AI Voice Follow-Up Agent</a:t>
            </a:r>
            <a:br/>
            <a:r>
              <a:t>• Predictive Parts Replenishment</a:t>
            </a:r>
            <a:br/>
            <a:r>
              <a:t>• Insurance Claim Assistant</a:t>
            </a:r>
            <a:br/>
            <a:r>
              <a:t>• 15 Users · 10,000 AI Queries</a:t>
            </a:r>
            <a:br/>
            <a:r>
              <a:t>• Sweet Spot for High-Velocity Retainer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00200"/>
            <a:ext cx="3429000" cy="292608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764792"/>
            <a:ext cx="30998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Enterprise Group</a:t>
            </a:r>
          </a:p>
          <a:p>
            <a:pPr>
              <a:defRPr sz="1800" b="1">
                <a:solidFill>
                  <a:srgbClr val="FB923C"/>
                </a:solidFill>
              </a:defRPr>
            </a:pPr>
            <a:r>
              <a:t>₹2,50,000 / 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Dealer Groups &amp; Chains (Multi-Branch)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All 12 AI-Native Modules</a:t>
            </a:r>
            <a:br/>
            <a:r>
              <a:t>• Multi-Branch Inventory Balancing</a:t>
            </a:r>
            <a:br/>
            <a:r>
              <a:t>• Fleet Telematics + EV Battery Health</a:t>
            </a:r>
            <a:br/>
            <a:r>
              <a:t>• Executive KPI Benchmarking</a:t>
            </a:r>
            <a:br/>
            <a:r>
              <a:t>• Dedicated CS Manager &amp; Custom RAG</a:t>
            </a:r>
            <a:br/>
            <a:r>
              <a:t>• Unlimited Users &amp; Enterprise SLAs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698480" cy="17373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837176"/>
            <a:ext cx="103692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Year 5 Revenue Breakdown (₹720 Crores Total ARR)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2C55E"/>
                </a:solidFill>
              </a:defRPr>
            </a:pPr>
            <a:r>
              <a:t>• SaaS Subscriptions (69%): ₹500 Crores (from Starter ₹50K, Pro ₹100K, and Enterprise ₹250K/mo across 12,000 dealers)</a:t>
            </a:r>
            <a:br/>
            <a:r>
              <a:t>• Transaction Fees (17%): ₹120 Crores (1.5%–2.5% B2B Spare Parts Marketplace Take-Rate &amp; Insurance origination)</a:t>
            </a:r>
            <a:br/>
            <a:r>
              <a:t>• Enterprise Contracts (11%): ₹80 Crores (OEM Network Licenses &amp; Large Commercial Fleet Deployments)</a:t>
            </a:r>
            <a:br/>
            <a:r>
              <a:t>• AI Usage Fees (3%): ₹20 Crores (AI Vision damage scanning tokens &amp; automated conversational voice API calls)</a:t>
            </a:r>
            <a:br/>
            <a:r>
              <a:t>• Total Expenses: ₹380 Crores  |  Net Operating EBITDA: ₹340 Crores (47% EBITDA Margin) 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Traction &amp; Validation: Fully Functional MVP Ready for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Honest, verified milestones: Built from the ground up to solve actual workshop workflow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</a:defRPr>
            </a:pPr>
            <a:r>
              <a:t>VERIFIED IN CODEBASE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Full-Stack Functional MVP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40+ relational models in PostgreSQL covering Sales, Service, Parts, Billing, and RBAC.</a:t>
            </a:r>
            <a:br/>
            <a:r>
              <a:t>• React 19 + TypeScript frontend with live Gemini AI tool calling.</a:t>
            </a:r>
            <a:br/>
            <a:r>
              <a:t>• Seed pilot command (seed_pilot_dealership.py) allows instantaneous dealership staging.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</a:defRPr>
            </a:pPr>
            <a:r>
              <a:t>MARKET VALIDATION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Field Discovery &amp; Interviews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Conducted in-depth interviews with 15+ multi-brand workshop owners in Tamil Nadu.</a:t>
            </a:r>
            <a:br/>
            <a:r>
              <a:t>• Verified top pain points: 30% lead leakage, parts reorder chaos, and GST billing delays.</a:t>
            </a:r>
            <a:br/>
            <a:r>
              <a:t>• 8 flagship workshops queued for live pilot 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</a:defRPr>
            </a:pPr>
            <a:r>
              <a:t>READY FOR GO-LIVE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Pilot Onboarding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Phase 1 pilot rollout in Coimbatore &amp; Chennai automotive corridors.</a:t>
            </a:r>
            <a:br/>
            <a:r>
              <a:t>• Real-time feedback loop configured for weekly feature enhancement.</a:t>
            </a:r>
            <a:br/>
            <a:r>
              <a:t>• Foundation for Year 1 milestone: scaling to 200 dealers &amp; 300 workshops.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Competitive Advantage: AI-Native vs. Legacy Monsters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Why AutoEra AI wins: Built natively for multi-brand auto retail with AI agents querying live ERP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6032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223113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WINNER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AutoEra AI (Us)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Modern unified AI ERP built natively for auto retail &amp; workshops. Live bay cards, predictive CRM, automated GST, transparent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64792"/>
            <a:ext cx="223113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Monolithic &amp; Rigid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Legacy OEM DMS (Dealer Management)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Rigid, desktop-bound, 15-year-old monoliths. Locked to single OEMs; cannot handle multi-brand servicing or agile WhatsApp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56032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64792"/>
            <a:ext cx="223113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No Auto Workflows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Generic ERPs (Zoho / Tally / SAP)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Horizontal software lacking automotive context. No VIN decoder, no bay tracking, no parts compatibility matrix without costly custom dev.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56032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764792"/>
            <a:ext cx="223113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Fragmented Silos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Point Solutions (Standalone Invoicing)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Solve only billing or basic CRM. Creates isolated data silos; requires continuous manual double entry between mechanics and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Go-To-Market Roadmap: Chennai to ₹720 Crore ARR (2026–2030)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Structured expansion scaling from regional automotive clusters to 39,000+ connected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923C"/>
                </a:solidFill>
              </a:defRPr>
            </a:pPr>
            <a:r>
              <a:t>200 Dealers · 300 Workshops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Year 1 (2026): Tamil Nadu Cluster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50 flagship dealers in a 10km radius in Chennai &amp; Coimbatore.</a:t>
            </a:r>
            <a:br/>
            <a:r>
              <a:t>• Deploy ServicePulse 90-sec Job Card + Tamil Voice Agent.</a:t>
            </a:r>
            <a:br/>
            <a:r>
              <a:t>• Reach ₹10 Crore ARR milestone with cash-flow positivity.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923C"/>
                </a:solidFill>
              </a:defRPr>
            </a:pPr>
            <a:r>
              <a:t>2,000 Dealers · 4,000 Workshops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Year 2–3 (2027–28): Pan-India Scale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Scale across South India (TN, Karnataka, Andhra, Maharashtra).</a:t>
            </a:r>
            <a:br/>
            <a:r>
              <a:t>• Automated B2B spare parts replenishment with regional distributors.</a:t>
            </a:r>
            <a:br/>
            <a:r>
              <a:t>• ₹96 Crore ARR with ₹25 Cr operating EBITDA.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00200"/>
            <a:ext cx="342900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764792"/>
            <a:ext cx="30998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923C"/>
                </a:solidFill>
              </a:defRPr>
            </a:pPr>
            <a:r>
              <a:t>12,000 Dealers · ₹720 Cr ARR ★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Year 4–5 (2029–30): Global Corridors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Pan-India + Southeast Asia &amp; GCC market expansion.</a:t>
            </a:r>
            <a:br/>
            <a:r>
              <a:t>• 39,000+ total connected nodes (Dealers + Workshops + Fleets).</a:t>
            </a:r>
            <a:br/>
            <a:r>
              <a:t>• Generating ₹340 Crores in Net Operating EBITDA (47% margin).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Financial Projections: 5-Year Scaling to ₹720 Crore 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Master Plan 2026: Achieving ₹340 Crore Operating EBITDA (47% margin) across 39,000+ automotive 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58368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62544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5-Year Financial Forecast (Master Plan Table 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Year 1 (2026): 200 Dealers · 300 Workshops · 20 Fleets</a:t>
            </a:r>
            <a:br/>
            <a:r>
              <a:t>• Monthly Run-Rate: ₹40L–₹80L | Annual ARR: ₹10.0 Crores</a:t>
            </a:r>
            <a:br/>
            <a:br/>
            <a:r>
              <a:t>Year 2 (2027): 800 Dealers · 1,500 Workshops · 100 Fleets</a:t>
            </a:r>
            <a:br/>
            <a:r>
              <a:t>• Monthly Run-Rate: ₹2.50 Cr | Annual ARR: ₹30.0 Crores</a:t>
            </a:r>
            <a:br/>
            <a:br/>
            <a:r>
              <a:t>Year 3 (2028): 2,000 Dealers · 4,000 Workshops · 300 Fleets</a:t>
            </a:r>
            <a:br/>
            <a:r>
              <a:t>• Monthly Run-Rate: ₹8.00 Cr | Annual ARR: ₹96.0 Crores | EBITDA: +₹25 Cr</a:t>
            </a:r>
            <a:br/>
            <a:br/>
            <a:r>
              <a:t>Year 4 (2029): 5,000 Dealers · 10,000 Workshops · 800 Fleets</a:t>
            </a:r>
            <a:br/>
            <a:r>
              <a:t>• Monthly Run-Rate: ₹25.0 Cr | Annual ARR: ₹300.0 Crores | EBITDA: +₹110 Cr</a:t>
            </a:r>
            <a:br/>
            <a:br/>
            <a:r>
              <a:t>Year 5 (2030): 12,000 Dealers · 25,000 Workshops · 2,000 Fleets ★</a:t>
            </a:r>
            <a:br/>
            <a:r>
              <a:t>• Monthly Run-Rate: ₹60.0 Cr | Total ARR: ₹720.0 Crores ($87M)</a:t>
            </a:r>
            <a:br/>
            <a:r>
              <a:t>• Operating Expenses: ₹380 Cr | Operating EBITDA: ₹340.0 Crores (47% Margin)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00200"/>
            <a:ext cx="3931920" cy="44805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728216"/>
            <a:ext cx="360273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Year 5 Revenue Breakdown (Table 56)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57400"/>
            <a:ext cx="3566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Year 5 Stream Breakdown:</a:t>
            </a:r>
            <a:br/>
            <a:br/>
            <a:r>
              <a:t>• SaaS Subscriptions (69%): ₹500 Cr</a:t>
            </a:r>
            <a:br/>
            <a:r>
              <a:t>  (Starter ₹50K, Pro ₹100K, Enterprise ₹250K/mo)</a:t>
            </a:r>
            <a:br/>
            <a:br/>
            <a:r>
              <a:t>• Transaction Fees (17%): ₹120 Cr</a:t>
            </a:r>
            <a:br/>
            <a:r>
              <a:t>  (1.5%–2.5% B2B Spares Marketplace &amp; Insurance)</a:t>
            </a:r>
            <a:br/>
            <a:br/>
            <a:r>
              <a:t>• Enterprise Contracts (11%): ₹80 Cr</a:t>
            </a:r>
            <a:br/>
            <a:r>
              <a:t>  (OEM Network Licenses &amp; Government Fleets)</a:t>
            </a:r>
            <a:br/>
            <a:br/>
            <a:r>
              <a:t>• AI Usage Fees (3%): ₹20 Cr</a:t>
            </a:r>
            <a:br/>
            <a:r>
              <a:t>  (Damage scanning tokens &amp; Voice API calls)</a:t>
            </a:r>
            <a:br/>
            <a:br/>
            <a:r>
              <a:t>TOTAL ARR: ₹720 Crores ★</a:t>
            </a:r>
            <a:br/>
            <a:br/>
            <a:r>
              <a:t>Unicorn Valuation Math (Table 127):</a:t>
            </a:r>
            <a:br/>
            <a:r>
              <a:t>₹720 Cr ARR × 10x Multiple =</a:t>
            </a:r>
            <a:br/>
            <a:r>
              <a:t>₹7,200 Crores (~$870 Million Enterprise Value)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car_tech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303520" cy="29809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 alpha="2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AUTOERA AI  |  SLIDE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Team &amp; Long-Term Vision: Powering the Future of Auto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Domain-driven execution team committed to building a ₹720 Crore global automotive enterprise from Tamil Nadu.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292608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923C"/>
                </a:solidFill>
              </a:defRPr>
            </a:pPr>
            <a:r>
              <a:t>Santhosh Jacob — Founder &amp; CEO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Architected and built the entire AutoEra AI platform end-to-end (Django 4.2+, React 19, PostgreSQL, Gemini Tool Calling).</a:t>
            </a:r>
            <a:br/>
            <a:r>
              <a:t>• Deep automotive domain roots in Tamil Nadu with direct access to dealership dealer principals.</a:t>
            </a:r>
            <a:br/>
            <a:r>
              <a:t>• Supported by seasoned automotive workshop advisors and SaaS scale mentors.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292608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728216"/>
            <a:ext cx="488289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Segoe UI"/>
              </a:defRPr>
            </a:pPr>
            <a:r>
              <a:t>Long-Term Vision: Connected Automotive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Scaling to ₹720 Crore ARR ($87 Million):</a:t>
            </a:r>
            <a:br/>
            <a:br/>
            <a:r>
              <a:t>• Connected Vehicle Telematics &amp; OBD-II proactive failure warning.</a:t>
            </a:r>
            <a:br/>
            <a:r>
              <a:t>• High-Throughput Spare Parts Marketplace powering ₹20,000+ Cr in annual GMV.</a:t>
            </a:r>
            <a:br/>
            <a:r>
              <a:t>• Dedicated EV Fleet, Battery Health &amp; Smart Diagnostics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698480" cy="1645920"/>
          </a:xfrm>
          <a:prstGeom prst="roundRect">
            <a:avLst/>
          </a:prstGeom>
          <a:solidFill>
            <a:srgbClr val="0F162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Thank You, Visionary Investors &amp; Partners!</a:t>
            </a:r>
          </a:p>
          <a:p>
            <a:pPr algn="ctr">
              <a:defRPr sz="1200" b="1">
                <a:solidFill>
                  <a:srgbClr val="FB923C"/>
                </a:solidFill>
              </a:defRPr>
            </a:pPr>
            <a:r>
              <a:t>Let's partner together to build the global automotive SaaS champion scaling to ₹720 Crores ($870M+ Valuation).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Website: autoera.in  |  Contact: santhosh@autoera.in  |  Live Platform Deployed &amp; Demo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